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00584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RadiusGate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14B8A6"/>
                </a:solidFill>
                <a:latin typeface="Calibri"/>
              </a:rPr>
              <a:t>Sistem Absensi Sekolah Modern — Wajah, QR, RFID &amp; NIS dalam Satu Kiosk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Semua modul tersedia. Sekolah bebas menentukan metodenya sendiri.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5486400"/>
            <a:ext cx="274320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Penawaran Program Pilot Sekolah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320"/>
                </a:solidFill>
                <a:latin typeface="Calibri"/>
              </a:rPr>
              <a:t>Absensi Manual Memakan Waktu &amp; Rawan Curang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591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✕  Titip absen &amp; manipulasi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Absen kertas/cek manual mudah dipalsukan — tidak ada bukti kehadiran yang sah.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2783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✕  Rekap memakan waktu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Guru piket menghitung kehadiran &amp; keterlambatan manual setiap hari.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09651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✕  Orang tua tidak tahu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Orang tua baru sadar anak tidak masuk setelah dipanggil sekolah.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6519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✕  Mesin absensi mahal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Mesin fingerprint/RFID konvensional jutaan rupiah dan terkunci satu vendor.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3387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</a:rPr>
              <a:t>✕  Administrasi SPP terpisah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Tagihan, kuitansi, dan pengingat pembayaran dikerjakan terpisah dari absensi.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46304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320"/>
                </a:solidFill>
                <a:latin typeface="Calibri"/>
              </a:rPr>
              <a:t>RadiusGate: Kiosk Web + Portal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Cukup tablet / HP bekas + browser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Kiosk berjalan di browser — tanpa beli mesin absensi mahal.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Verifikasi wajah AI (ArcFace) + liveness anti foto/video palsu.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GPS geofence: absen hanya sah di dalam area sekolah.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Offline-first: internet down pun absen tetap jalan, sinkron otomatis.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Suara sapaan otomatis &amp; dwibahasa (Indonesia / Inggris).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✓  Full page otomatis via PWA — cocok untuk tablet di gerbang.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103120"/>
            <a:ext cx="4663440" cy="3931920"/>
          </a:xfrm>
          <a:prstGeom prst="roundRect">
            <a:avLst>
              <a:gd name="adj" fmla="val 8000"/>
            </a:avLst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23774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Satu akun, empat peran: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Admin Sekolah — data, laporan, pengaturan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Guru — absensi per mata pelajaran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Karyawan — lembur &amp; penggajian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Orang Tua — pantau anak, izin/sakit, tagihan SPP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BEBAS PILIH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320"/>
                </a:solidFill>
                <a:latin typeface="Calibri"/>
              </a:rPr>
              <a:t>4 Metode Absensi dalam 1 Kiosk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Sekolah menentukan sendiri metode yang dipakai — bisa satu, bisa semuanya sekaligus.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0175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Wajah (AI)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ArcFace + liveness.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Anti titip absen,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verifikasi &lt; 3 detik.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93591" y="283464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58183" y="30175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Kartu RFID / NFC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Tap kartu di reader USB/OTG.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Tanpa sentuh layar.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Mode registrasi massal.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5664" y="283464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5" y="30175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Kartu QR Code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QR unik anti-palsu per orang,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auto terdeteksi kamera.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Cetak massal per kelas (PDF).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17736" y="283464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82328" y="301752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F766E"/>
                </a:solidFill>
                <a:latin typeface="Calibri"/>
              </a:rPr>
              <a:t>NIS / NIP Manual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Keypad angka besar di layar,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bunyi klik, foto profil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konfirmasi. Cadangan pasti.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265176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SEMUA MODUL TERSEDIA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320"/>
                </a:solidFill>
                <a:latin typeface="Calibri"/>
              </a:rPr>
              <a:t>Lebih dari Sekadar Absensi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04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Absensi siswa &amp; guru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Harian real-time + per mata pelajaran oleh guru mapel.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194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304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Laporan &amp; rekap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Harian/bulanan per siswa &amp; kelas, ekspor Excel &amp;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47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SPP &amp; penagihan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Tagihan, cicilan, kuitansi PDF otomatis, pembayaran online.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37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47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Portal orang tua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Pantau kehadiran anak, ajukan izin/sakit, lihat tagihan.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90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Notifikasi WhatsApp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Otomatis ke orang tua setiap anak absen.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480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590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Lembur &amp; penggajian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Pengajuan lembur karyawan + perhitungan gaji otomatis.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23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33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Billing transparan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Tagihan SaaS dihitung dari jumlah siswa aktif per bulan.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62356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7332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Screensaver kiosk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Calibri"/>
              </a:rPr>
              <a:t>Papan informasi sekolah tampil saat kiosk idle.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CARA KERJA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1320"/>
                </a:solidFill>
                <a:latin typeface="Calibri"/>
              </a:rPr>
              <a:t>Terapkan dalam 3 Langkah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4B8A6"/>
                </a:solidFill>
                <a:latin typeface="Calibri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Daftarkan Data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Impor siswa/guru dari Excel/CSV, ambil sampel wajah, dan/atau registrasi kartu RFID &amp; cetak kartu QR massal.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3774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6060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4B8A6"/>
                </a:solidFill>
                <a:latin typeface="Calibri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Letakkan Tablet di Gerbang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Buka kiosk di browser tablet/HP, pasang sebagai PWA agar full page — siswa absen dengan wajah, QR, kartu, atau NIS.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377440"/>
            <a:ext cx="3611880" cy="3291840"/>
          </a:xfrm>
          <a:prstGeom prst="roundRect">
            <a:avLst>
              <a:gd name="adj" fmla="val 8000"/>
            </a:avLst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60604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4B8A6"/>
                </a:solidFill>
                <a:latin typeface="Calibri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Pantau Otomatis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Dashboard admin, portal orang tua, notifikasi WhatsApp, dan laporan bulanan berjalan 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Penawaran Program Pilot untuk Sekolah Anda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Mulai dari satu gerbang, satu kelas, atau satu angkatan — tanpa investasi hardware mahal.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✓  Setup dibantu penuh: impor data, enroll wajah, registrasi kartu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✓  Tablet/HP bekas pun bisa jadi kiosk — hemat jutaan rupiah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✓  Billing transparan per jumlah siswa aktif per bulan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✓  Dukungan dwibahasa &amp; pelatihan admin/guru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4B8A6"/>
                </a:solidFill>
                <a:latin typeface="Calibri"/>
              </a:rPr>
              <a:t>Hubungi kami untuk demo gratis di sekolah Anda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RadiusGate — radiusgate.id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